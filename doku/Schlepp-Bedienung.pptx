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300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325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Ziel: jedes Mitglied kann die Anlage einschalten, die Anzeige lesen und die Daten holen. Keine Technik, nur Bedienung.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100 km/h sind im Gerät je Flugzeugtyp hinterlegt, weitere Typen lassen sich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Schalterposition im Flugzeug hier ergänzen, sobald der Einbau endgültig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 dieses WLAN gibt es kein Internet. Das iPhone nutzt dafür weiter Mobilfunk.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Diese Folie ausdrucken und an den Startwagen hängen.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14300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 dirty="0" err="1">
                <a:solidFill>
                  <a:srgbClr val="FFFFFF"/>
                </a:solidFill>
                <a:latin typeface="Cambria"/>
              </a:rPr>
              <a:t>Schleppgeschwindigkeit</a:t>
            </a:r>
            <a:endParaRPr sz="38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9FB0B5"/>
                </a:solidFill>
                <a:latin typeface="Calibri"/>
              </a:rPr>
              <a:t>Was die Anlage macht und wie sie bedient wird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3CDC3C"/>
                </a:solidFill>
                <a:latin typeface="Calibri"/>
              </a:rPr>
              <a:t>Sender im Flugzeug · Anzeige am Startplatz · jeder Schlepp wird gespeichert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430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41A1D"/>
          </a:solidFill>
          <a:ln w="9525">
            <a:solidFill>
              <a:srgbClr val="2A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99631" y="1271016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BEREIT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1" y="1746504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ourier New"/>
              </a:rPr>
              <a:t>zuletzt #12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1" y="19842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ourier New"/>
              </a:rPr>
              <a:t>108 km/h max, 50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E8086"/>
                </a:solidFill>
                <a:latin typeface="Calibri"/>
              </a:rPr>
              <a:t>Stand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Wozu das Ganze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141A1D"/>
                </a:solidFill>
                <a:latin typeface="Calibri"/>
              </a:rPr>
              <a:t>Im Flugzeugschlepp zählt die Geschwindigkeit. Zu langsam ist gefährlich, zu schnell belastet Flugzeug und Seil. Bisher wusste das nur der Pilot — am Boden konnte niemand mitlesen.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5A6A70"/>
                </a:solidFill>
                <a:latin typeface="Calibri"/>
              </a:rPr>
              <a:t>Die Anlage zeigt die Fahrt des geschleppten Flugzeugs am Startplatz und schreibt jeden Schlepp mit. Nach dem Flug lässt sich besprechen, was wirklich passiert 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1887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AEEEE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97880" y="12801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8A3B"/>
                </a:solidFill>
                <a:latin typeface="Calibri"/>
              </a:rPr>
              <a:t>100</a:t>
            </a:r>
            <a:r>
              <a:rPr sz="1300" b="0" i="0">
                <a:solidFill>
                  <a:srgbClr val="5A6A70"/>
                </a:solidFill>
                <a:latin typeface="Calibri"/>
              </a:rPr>
              <a:t> km/h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77393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6A70"/>
                </a:solidFill>
                <a:latin typeface="Calibri"/>
              </a:rPr>
              <a:t>Soll für die ASK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3317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AEEEE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24231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8A3B"/>
                </a:solidFill>
                <a:latin typeface="Calibri"/>
              </a:rPr>
              <a:t>10</a:t>
            </a:r>
            <a:r>
              <a:rPr sz="1300" b="0" i="0">
                <a:solidFill>
                  <a:srgbClr val="5A6A70"/>
                </a:solidFill>
                <a:latin typeface="Calibri"/>
              </a:rPr>
              <a:t> / Sekunde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91693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6A70"/>
                </a:solidFill>
                <a:latin typeface="Calibri"/>
              </a:rPr>
              <a:t>Messwerte im Schlepp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4747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EAEEEE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35661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8A3B"/>
                </a:solidFill>
                <a:latin typeface="Calibri"/>
              </a:rPr>
              <a:t>50</a:t>
            </a:r>
            <a:r>
              <a:rPr sz="1300" b="0" i="0">
                <a:solidFill>
                  <a:srgbClr val="5A6A70"/>
                </a:solidFill>
                <a:latin typeface="Calibri"/>
              </a:rPr>
              <a:t> Sekunden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059935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6A70"/>
                </a:solidFill>
                <a:latin typeface="Calibri"/>
              </a:rPr>
              <a:t>Dauer je Aufzeichnung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Zwei 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397763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41A1D"/>
                </a:solidFill>
                <a:latin typeface="Cambria"/>
              </a:rPr>
              <a:t>Sender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F8A3B"/>
                </a:solidFill>
                <a:latin typeface="Calibri"/>
              </a:rPr>
              <a:t>im Flugzeug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3520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misst die Fahrt am Staurohr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funkt sie zehnmal je Sekunde zum Startplatz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meldet, welches Flugzeug er ist</a:t>
            </a:r>
          </a:p>
          <a:p>
            <a:pPr algn="l">
              <a:lnSpc>
                <a:spcPts val="1700"/>
              </a:lnSpc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schaltet sich nach dem Schlepp selbst 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143000"/>
            <a:ext cx="397763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29844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41A1D"/>
                </a:solidFill>
                <a:latin typeface="Cambria"/>
              </a:rPr>
              <a:t>Empfänger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9164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1F8A3B"/>
                </a:solidFill>
                <a:latin typeface="Calibri"/>
              </a:rPr>
              <a:t>am Startplatz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84831"/>
            <a:ext cx="3520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zeigt die Fahrt groß auf dem Display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speichert jeden Schlepp auf der Karte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spannt ein WLAN auf, fürs Handy</a:t>
            </a:r>
          </a:p>
          <a:p>
            <a:pPr algn="l">
              <a:lnSpc>
                <a:spcPts val="1700"/>
              </a:lnSpc>
            </a:pPr>
            <a:r>
              <a:rPr sz="1400" b="0" i="0">
                <a:solidFill>
                  <a:srgbClr val="141A1D"/>
                </a:solidFill>
                <a:latin typeface="Calibri"/>
              </a:rPr>
              <a:t>•  braucht nur Strom, sonst nichts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A70"/>
                </a:solidFill>
                <a:latin typeface="Calibri"/>
              </a:rPr>
              <a:t>Beide Geräte arbeiten für sich. Es gibt nichts zu koppeln und nichts einzustellen.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Vor dem Start: die Reihenfolge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2529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117043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A1D"/>
                </a:solidFill>
                <a:latin typeface="Calibri"/>
              </a:rPr>
              <a:t>Empfänger einschalten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39" y="146304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 i="0">
                <a:solidFill>
                  <a:srgbClr val="5A6A70"/>
                </a:solidFill>
                <a:latin typeface="Calibri"/>
              </a:rPr>
              <a:t>Am Startplatz. Nach wenigen Sekunden steht die Startanzeige mit der Adresse fürs Handy da.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23160"/>
            <a:ext cx="384048" cy="384048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5973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240487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A1D"/>
                </a:solidFill>
                <a:latin typeface="Calibri"/>
              </a:rPr>
              <a:t>Sender einschalten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2697479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 i="0">
                <a:solidFill>
                  <a:srgbClr val="5A6A70"/>
                </a:solidFill>
                <a:latin typeface="Calibri"/>
              </a:rPr>
              <a:t>Im Flugzeug. Er kalibriert kurz — dabei das Flugzeug nicht bewegen.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69417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39" y="363931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A1D"/>
                </a:solidFill>
                <a:latin typeface="Calibri"/>
              </a:rPr>
              <a:t>Fertig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39" y="393192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 i="0">
                <a:solidFill>
                  <a:srgbClr val="5A6A70"/>
                </a:solidFill>
                <a:latin typeface="Calibri"/>
              </a:rPr>
              <a:t>Nach etwa einer Sekunde kennt der Empfänger das Flugzeug.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188720"/>
            <a:ext cx="3931920" cy="196596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3281B"/>
                </a:solidFill>
                <a:latin typeface="Calibri"/>
              </a:rPr>
              <a:t>Wichtig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64592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250" b="0" i="0">
                <a:solidFill>
                  <a:srgbClr val="141A1D"/>
                </a:solidFill>
                <a:latin typeface="Calibri"/>
              </a:rPr>
              <a:t>Der Sender schaltet sich nach 3 Minuten ohne Bewegung selbst ab. Er soll den Funk nicht belegen und die Batterie nicht leeren.</a:t>
            </a:r>
          </a:p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141A1D"/>
                </a:solidFill>
                <a:latin typeface="Calibri"/>
              </a:rPr>
              <a:t>Deshalb erst kurz vor dem Start einschalten. Ist er eingeschlafen: einmal aus und wieder ein.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337560"/>
            <a:ext cx="3931920" cy="822960"/>
          </a:xfrm>
          <a:prstGeom prst="roundRect">
            <a:avLst>
              <a:gd name="adj" fmla="val 8000"/>
            </a:avLst>
          </a:prstGeom>
          <a:solidFill>
            <a:srgbClr val="EAEEEE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3474720"/>
            <a:ext cx="3474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5A6A70"/>
                </a:solidFill>
                <a:latin typeface="Calibri"/>
              </a:rPr>
              <a:t>Umgekehrte Reihenfolge ist kein Beinbruch: Kommt der Empfänger innerhalb der 3 Minuten dazu, findet er den Sender von selbst.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Die Anzeige im Ruhezustand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141A1D"/>
          </a:solidFill>
          <a:ln w="9525">
            <a:solidFill>
              <a:srgbClr val="2A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362456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BEREIT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37944"/>
            <a:ext cx="36027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ourier New"/>
              </a:rPr>
              <a:t>zuletzt #12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75688"/>
            <a:ext cx="36027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ourier New"/>
              </a:rPr>
              <a:t>108 km/h max, 50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13432"/>
            <a:ext cx="36027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ourier New"/>
              </a:rPr>
              <a:t>naechster #13    W1 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0984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A6A70"/>
                </a:solidFill>
                <a:latin typeface="Calibri"/>
              </a:rPr>
              <a:t>So sieht das Display aus, wenn kein Sender funkt.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234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8A3B"/>
                </a:solidFill>
                <a:latin typeface="Courier New"/>
              </a:rPr>
              <a:t>BEREIT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472184"/>
            <a:ext cx="40690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Kein Sender zu hören, die Anlage wartet auf den nächsten Schlepp. Es ist nichts kaputt.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8A3B"/>
                </a:solidFill>
                <a:latin typeface="Courier New"/>
              </a:rPr>
              <a:t>zuletzt #12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9424"/>
            <a:ext cx="40690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Der letzte gespeicherte Schlepp mit Höchstwert und Dauer. So sieht man, dass er angekommen 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8A3B"/>
                </a:solidFill>
                <a:latin typeface="Courier New"/>
              </a:rPr>
              <a:t>naechster #13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26663"/>
            <a:ext cx="40690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Die Nummer für den nächsten Schlepp. Sie zählt immer weiter.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661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8A3B"/>
                </a:solidFill>
                <a:latin typeface="Courier New"/>
              </a:rPr>
              <a:t>W1 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803904"/>
            <a:ext cx="40690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Ein Handy verbunden, Karte steckt. Steht dort „--“, fehlt die Karte.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Während des Schlepps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141A1D"/>
          </a:solidFill>
          <a:ln w="9525">
            <a:solidFill>
              <a:srgbClr val="2A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ourier New"/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9FB0B5"/>
                </a:solidFill>
                <a:latin typeface="Courier New"/>
              </a:rPr>
              <a:t>ASK21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8163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9FB0B5"/>
                </a:solidFill>
                <a:latin typeface="Courier New"/>
              </a:rPr>
              <a:t>-74 W1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A70"/>
                </a:solidFill>
                <a:latin typeface="Calibri"/>
              </a:rPr>
              <a:t>Die große Zahl ist immer ein echter Messwert.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234440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A1D"/>
                </a:solidFill>
                <a:latin typeface="Calibri"/>
              </a:rPr>
              <a:t>Aufgezeichnet wird ab 20 km/h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490472"/>
            <a:ext cx="4069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5A6A70"/>
                </a:solidFill>
                <a:latin typeface="Calibri"/>
              </a:rPr>
              <a:t>Vorher passiert nichts — Rangieren erzeugt keine Schlepps.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39112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A1D"/>
                </a:solidFill>
                <a:latin typeface="Calibri"/>
              </a:rPr>
              <a:t>Der Flugzeugtyp steht oben rechts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95144"/>
            <a:ext cx="4069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5A6A70"/>
                </a:solidFill>
                <a:latin typeface="Calibri"/>
              </a:rPr>
              <a:t>Ab 100 km/h weicht er den großen Ziffern, die brauchen dann die ganze Breite.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4378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A1D"/>
                </a:solidFill>
                <a:latin typeface="Calibri"/>
              </a:rPr>
              <a:t>Am Handy zeigt ein weißes Dreieck die Sollfahrt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99816"/>
            <a:ext cx="4069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5A6A70"/>
                </a:solidFill>
                <a:latin typeface="Calibri"/>
              </a:rPr>
              <a:t>Bei der ASK 21 auf 100 km/h, nur solange der Schlepp läuft.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48456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1A1D"/>
                </a:solidFill>
                <a:latin typeface="Calibri"/>
              </a:rPr>
              <a:t>Zu Ende ist der Schlepp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04488"/>
            <a:ext cx="4069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5A6A70"/>
                </a:solidFill>
                <a:latin typeface="Calibri"/>
              </a:rPr>
              <a:t>drei Sekunden nachdem das Flugzeug unter 15 km/h ist oder der Sender schweigt.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Nach dem Schlepp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141A1D"/>
                </a:solidFill>
                <a:latin typeface="Calibri"/>
              </a:rPr>
              <a:t>Der Sender legt sich 50 Sekunden nach dem Losrollen selbst schlafen. Der Empfänger schreibt den Schlepp dann auf die Karte und sagt, ob es geklappt hat.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141A1D"/>
          </a:solidFill>
          <a:ln w="9525">
            <a:solidFill>
              <a:srgbClr val="2A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956816"/>
            <a:ext cx="36027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BEREIT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32304"/>
            <a:ext cx="36027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ourier New"/>
              </a:rPr>
              <a:t>zuletzt #12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70048"/>
            <a:ext cx="36027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ourier New"/>
              </a:rPr>
              <a:t>108 km/h max, 50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07791"/>
            <a:ext cx="36027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3CDC3C"/>
                </a:solidFill>
                <a:latin typeface="Courier New"/>
              </a:rPr>
              <a:t>#12 gespeichert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95344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A6A70"/>
                </a:solidFill>
                <a:latin typeface="Calibri"/>
              </a:rPr>
              <a:t>Zehn Sekunden lang, danach wieder der Ruhezustand.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288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94767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8A3B"/>
                </a:solidFill>
                <a:latin typeface="Calibri"/>
              </a:rPr>
              <a:t>Gespeichert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4028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Dann ist der Schlepp vollständig auf der Karte.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80360"/>
            <a:ext cx="4023360" cy="96012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299923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3281B"/>
                </a:solidFill>
                <a:latin typeface="Calibri"/>
              </a:rPr>
              <a:t>Nicht gespeichert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918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Steht dort „keine SD-Karte“, ist der Schlepp verloren. Nachtragen geht nicht.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A70"/>
                </a:solidFill>
                <a:latin typeface="Calibri"/>
              </a:rPr>
              <a:t>Der nächste Start braucht einen neu eingeschalteten Sender.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Die Anzeige aufs Handy holen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2529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11704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A1D"/>
                </a:solidFill>
                <a:latin typeface="Calibri"/>
              </a:rPr>
              <a:t>WLAN verbinden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39" y="14630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 i="0">
                <a:solidFill>
                  <a:srgbClr val="5A6A70"/>
                </a:solidFill>
                <a:latin typeface="Calibri"/>
              </a:rPr>
              <a:t>Netz „Schlepp“, Passwort schlepp123. Die Meldung „Keine Internetverbindung“ ist normal.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24505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A1D"/>
                </a:solidFill>
                <a:latin typeface="Calibri"/>
              </a:rPr>
              <a:t>Adresse aufrufen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27432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 i="0">
                <a:solidFill>
                  <a:srgbClr val="5A6A70"/>
                </a:solidFill>
                <a:latin typeface="Calibri"/>
              </a:rPr>
              <a:t>Im Browser 192.168.4.1 eingeben. Der Tacho erscheint sofort.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1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60273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39" y="35478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1A1D"/>
                </a:solidFill>
                <a:latin typeface="Calibri"/>
              </a:rPr>
              <a:t>Zum Home-Bildschirm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39" y="384048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300" b="0" i="0">
                <a:solidFill>
                  <a:srgbClr val="5A6A70"/>
                </a:solidFill>
                <a:latin typeface="Calibri"/>
              </a:rPr>
              <a:t>Einmal ablegen, dann startet die Anzeige künftig wie eine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188720"/>
            <a:ext cx="384048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32588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41A1D"/>
                </a:solidFill>
                <a:latin typeface="Cambria"/>
              </a:rPr>
              <a:t>Was das Handy zeigt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755648"/>
            <a:ext cx="3383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50" b="0" i="0">
                <a:solidFill>
                  <a:srgbClr val="141A1D"/>
                </a:solidFill>
                <a:latin typeface="Calibri"/>
              </a:rPr>
              <a:t>•  Tacho mit gelber, grüner und roter Zone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50" b="0" i="0">
                <a:solidFill>
                  <a:srgbClr val="141A1D"/>
                </a:solidFill>
                <a:latin typeface="Calibri"/>
              </a:rPr>
              <a:t>•  weißes Dreieck für die Sollfahrt</a:t>
            </a:r>
          </a:p>
          <a:p>
            <a:pPr algn="l">
              <a:lnSpc>
                <a:spcPts val="1700"/>
              </a:lnSpc>
              <a:spcAft>
                <a:spcPts val="500"/>
              </a:spcAft>
            </a:pPr>
            <a:r>
              <a:rPr sz="1350" b="0" i="0">
                <a:solidFill>
                  <a:srgbClr val="141A1D"/>
                </a:solidFill>
                <a:latin typeface="Calibri"/>
              </a:rPr>
              <a:t>•  Liste der gespeicherten Schlepps</a:t>
            </a:r>
          </a:p>
          <a:p>
            <a:pPr algn="l">
              <a:lnSpc>
                <a:spcPts val="1700"/>
              </a:lnSpc>
            </a:pPr>
            <a:r>
              <a:rPr sz="1350" b="0" i="0">
                <a:solidFill>
                  <a:srgbClr val="141A1D"/>
                </a:solidFill>
                <a:latin typeface="Calibri"/>
              </a:rPr>
              <a:t>•  beide Dateien zum Herunterladen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24612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1">
                <a:solidFill>
                  <a:srgbClr val="5A6A70"/>
                </a:solidFill>
                <a:latin typeface="Calibri"/>
              </a:rPr>
              <a:t>Das Display am Empfänger bleibt die Hauptanzeige. Das Handy ist die bequeme Zweitanzeige — und in der Sonne die besser lesbare.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Wo die Schlepps landen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41A1D"/>
                </a:solidFill>
                <a:latin typeface="Calibri"/>
              </a:rPr>
              <a:t>Auf der Karte im Empfänger entstehen zwei Dateien. Beide lassen sich in Excel öffnen.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8229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8A3B"/>
                </a:solidFill>
                <a:latin typeface="Courier New"/>
              </a:rPr>
              <a:t>schlepps.csv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Eine Zeile je Schlepp: Nummer, Flugzeug, Dauer, Höchst- und Mittelwert. Die Datei für die Nachbesprechung.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874519"/>
            <a:ext cx="2971800" cy="548640"/>
          </a:xfrm>
          <a:prstGeom prst="roundRect">
            <a:avLst>
              <a:gd name="adj" fmla="val 8000"/>
            </a:avLst>
          </a:prstGeom>
          <a:solidFill>
            <a:srgbClr val="141A1D"/>
          </a:solidFill>
          <a:ln w="9525">
            <a:solidFill>
              <a:srgbClr val="2A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96128" y="1874519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3CDC3C"/>
                </a:solidFill>
                <a:latin typeface="Courier New"/>
              </a:rPr>
              <a:t>12;00:41:07;671C;ASK21;50;108;97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8229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8A3B"/>
                </a:solidFill>
                <a:latin typeface="Courier New"/>
              </a:rPr>
              <a:t>verlauf.csv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141A1D"/>
                </a:solidFill>
                <a:latin typeface="Calibri"/>
              </a:rPr>
              <a:t>Der ganze Verlauf, zehn Werte je Sekunde. Wenn man genau hinsehen will.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246120"/>
            <a:ext cx="2971800" cy="548640"/>
          </a:xfrm>
          <a:prstGeom prst="roundRect">
            <a:avLst>
              <a:gd name="adj" fmla="val 8000"/>
            </a:avLst>
          </a:prstGeom>
          <a:solidFill>
            <a:srgbClr val="141A1D"/>
          </a:solidFill>
          <a:ln w="9525">
            <a:solidFill>
              <a:srgbClr val="2A3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96128" y="3246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3CDC3C"/>
                </a:solidFill>
                <a:latin typeface="Courier New"/>
              </a:rPr>
              <a:t>12;21.4;671C;ASK21;103.8;-74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300" b="0" i="0">
                <a:solidFill>
                  <a:srgbClr val="5A6A70"/>
                </a:solidFill>
                <a:latin typeface="Calibri"/>
              </a:rPr>
              <a:t>Am einfachsten über das Handy: auf der Seite unten auf die Datei tippen, sie landet in „Dateien“. Die Karte muss dafür nicht heraus.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Die Speicherkarte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E8F3EA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F8A3B"/>
                </a:solidFill>
                <a:latin typeface="Calibri"/>
              </a:rPr>
              <a:t>Sie bleibt drin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141A1D"/>
                </a:solidFill>
                <a:latin typeface="Calibri"/>
              </a:rPr>
              <a:t>Zum Auslesen muss sie nicht heraus, das geht über das Handy.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18872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35331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B07A00"/>
                </a:solidFill>
                <a:latin typeface="Calibri"/>
              </a:rPr>
              <a:t>Einstecken startet neu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1907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141A1D"/>
                </a:solidFill>
                <a:latin typeface="Calibri"/>
              </a:rPr>
              <a:t>Der Empfänger startet dabei neu. Nie während eines Schlepps einstecken.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B07A00"/>
                </a:solidFill>
                <a:latin typeface="Calibri"/>
              </a:rPr>
              <a:t>Ziehen erst nach „gespeichert“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7355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141A1D"/>
                </a:solidFill>
                <a:latin typeface="Calibri"/>
              </a:rPr>
              <a:t>Sonst kann die letzte Aufzeichnung unvollständig bleiben.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74320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EAEEEE"/>
          </a:solidFill>
          <a:ln w="9525">
            <a:solidFill>
              <a:srgbClr val="D7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90779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5A6A70"/>
                </a:solidFill>
                <a:latin typeface="Calibri"/>
              </a:rPr>
              <a:t>FAT32, höchstens 32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27355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50" b="0" i="0">
                <a:solidFill>
                  <a:srgbClr val="141A1D"/>
                </a:solidFill>
                <a:latin typeface="Calibri"/>
              </a:rPr>
              <a:t>Andere Formate liest der Empfänger nicht. 1 GB reicht für Jahre.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A6A70"/>
                </a:solidFill>
                <a:latin typeface="Calibri"/>
              </a:rPr>
              <a:t>Die Karte ist Verbrauchsmaterial. Geht eine kaputt, kostet die neue ein paar Euro — die Schlepps darauf sind dann allerdings weg.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41A1D"/>
                </a:solidFill>
                <a:latin typeface="Cambria"/>
              </a:rPr>
              <a:t>Wenn etwas nicht geht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3840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A6A70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A6A70"/>
                </a:solidFill>
                <a:latin typeface="Calibri"/>
              </a:rPr>
              <a:t>Das sehe 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0789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A6A70"/>
                </a:solidFill>
                <a:latin typeface="Calibri"/>
              </a:rPr>
              <a:t>Das heißt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7899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5A6A70"/>
                </a:solidFill>
                <a:latin typeface="Calibri"/>
              </a:rPr>
              <a:t>Das tue ich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8412480" cy="56692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141A1D"/>
                </a:solidFill>
                <a:latin typeface="Courier New"/>
              </a:rPr>
              <a:t>„BEREIT“ bleibt stehen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29077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41A1D"/>
                </a:solidFill>
                <a:latin typeface="Calibri"/>
              </a:rPr>
              <a:t>Der Sender schläft — nach 3 Minuten ohne Bewegung schaltet er 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F8A3B"/>
                </a:solidFill>
                <a:latin typeface="Calibri"/>
              </a:rPr>
              <a:t>Sender aus und wieder ein.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141A1D"/>
                </a:solidFill>
                <a:latin typeface="Courier New"/>
              </a:rPr>
              <a:t>Unten rechts „--“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11680"/>
            <a:ext cx="29077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41A1D"/>
                </a:solidFill>
                <a:latin typeface="Calibri"/>
              </a:rPr>
              <a:t>Keine Karte erkannt.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F8A3B"/>
                </a:solidFill>
                <a:latin typeface="Calibri"/>
              </a:rPr>
              <a:t>Karte stecken, sonst FAT32 formatieren.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42032"/>
            <a:ext cx="8412480" cy="56692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141A1D"/>
                </a:solidFill>
                <a:latin typeface="Courier New"/>
              </a:rPr>
              <a:t>Typ zeigt „?“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606040"/>
            <a:ext cx="29077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41A1D"/>
                </a:solidFill>
                <a:latin typeface="Calibri"/>
              </a:rPr>
              <a:t>Der Empfänger wurde nach dem Sender gestartet.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0604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F8A3B"/>
                </a:solidFill>
                <a:latin typeface="Calibri"/>
              </a:rPr>
              <a:t>Sender aus und wieder ein.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141A1D"/>
                </a:solidFill>
                <a:latin typeface="Courier New"/>
              </a:rPr>
              <a:t>Handy findet „Schlepp“ nicht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200400"/>
            <a:ext cx="29077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41A1D"/>
                </a:solidFill>
                <a:latin typeface="Calibri"/>
              </a:rPr>
              <a:t>Das WLAN ist abgeschaltet.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F8A3B"/>
                </a:solidFill>
                <a:latin typeface="Calibri"/>
              </a:rPr>
              <a:t>Reset, warten bis die Aufforderung am Display steht, noch einmal Reset.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30752"/>
            <a:ext cx="8412480" cy="56692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94760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141A1D"/>
                </a:solidFill>
                <a:latin typeface="Courier New"/>
              </a:rPr>
              <a:t>Anzeige bleibt dunkel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794760"/>
            <a:ext cx="29077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41A1D"/>
                </a:solidFill>
                <a:latin typeface="Calibri"/>
              </a:rPr>
              <a:t>Kein Strom am Empfänger.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79476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1F8A3B"/>
                </a:solidFill>
                <a:latin typeface="Calibri"/>
              </a:rPr>
              <a:t>Stromversorgung prüfen.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A6A70"/>
                </a:solidFill>
                <a:latin typeface="Calibri"/>
              </a:rPr>
              <a:t>Hilft das nicht: Gerät aus, zehn Sekunden warten, wieder ein. Gespeicherte Schlepps gehen dabei nicht verloren.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Fünf Sätze zum Mitnehmen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88720"/>
            <a:ext cx="310896" cy="310896"/>
          </a:xfrm>
          <a:prstGeom prst="ellipse">
            <a:avLst/>
          </a:prstGeom>
          <a:solidFill>
            <a:srgbClr val="3CD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1615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41A1D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70432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Erst den Empfänger einschalten, dann den Sender.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10512"/>
            <a:ext cx="310896" cy="310896"/>
          </a:xfrm>
          <a:prstGeom prst="ellipse">
            <a:avLst/>
          </a:prstGeom>
          <a:solidFill>
            <a:srgbClr val="3CD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37943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41A1D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92224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Den Sender kurz vor dem Start einschalten — nach 3 Minuten ohne Bewegung schläft er ein.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32304"/>
            <a:ext cx="310896" cy="310896"/>
          </a:xfrm>
          <a:prstGeom prst="ellipse">
            <a:avLst/>
          </a:prstGeom>
          <a:solidFill>
            <a:srgbClr val="3CD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41A1D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„#12 gespeichert“ heißt: der Schlepp ist auf der Karte.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3CD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7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41A1D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35808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Die Karte nur stecken oder ziehen, wenn kein Schlepp läuft.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75888"/>
            <a:ext cx="310896" cy="310896"/>
          </a:xfrm>
          <a:prstGeom prst="ellipse">
            <a:avLst/>
          </a:prstGeom>
          <a:solidFill>
            <a:srgbClr val="B3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Niemals in ein Staurohr blasen — das beschädigt den Fahrtmesser.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FB0B5"/>
                </a:solidFill>
                <a:latin typeface="Calibri"/>
              </a:rPr>
              <a:t>Fragen, Wartung und neue Flugzeugtypen: ⟨Name und Kontakt ergänzen⟩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</Words>
  <Application>Microsoft Office PowerPoint</Application>
  <PresentationFormat>Bildschirmpräsentation (16:9)</PresentationFormat>
  <Paragraphs>165</Paragraphs>
  <Slides>12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Hansjörg Beutel</cp:lastModifiedBy>
  <cp:revision>1</cp:revision>
  <dcterms:created xsi:type="dcterms:W3CDTF">2013-01-27T09:14:16Z</dcterms:created>
  <dcterms:modified xsi:type="dcterms:W3CDTF">2026-10-02T15:23:51Z</dcterms:modified>
  <cp:category/>
</cp:coreProperties>
</file>